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embeddedFontLst>
    <p:embeddedFont>
      <p:font typeface="Gantari Bold"/>
      <p:regular r:id="rId201314"/>
    </p:embeddedFont>
    <p:embeddedFont>
      <p:font typeface="Mozilla Text"/>
      <p:regular r:id="rId201315"/>
    </p:embeddedFont>
    <p:embeddedFont>
      <p:font typeface="Mozilla Text SemiBold"/>
      <p:regular r:id="rId201316"/>
    </p:embeddedFont>
    <p:embeddedFont>
      <p:font typeface="Mozilla Text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distinction between a strong result and a proven explanation. Q1 test volume grew 10.26% year over year, but the supplied analysis does not establish what caused that increase.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E1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hlinkClick r:id="rId2" tooltip="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585" y="616268"/>
            <a:ext cx="6705432" cy="220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spc="29" kern="100" dirty="0">
                <a:solidFill>
                  <a:srgbClr val="F0609E"/>
                </a:solidFill>
                <a:latin typeface="Mozilla Text SemiBold" pitchFamily="34" charset="0"/>
                <a:ea typeface="Mozilla Text SemiBold" pitchFamily="34" charset="-122"/>
                <a:cs typeface="Mozilla Text SemiBold" pitchFamily="34" charset="0"/>
              </a:rPr>
              <a:t>Q1 2026 · DIAGNOSTIC READOUT</a:t>
            </a:r>
            <a:endParaRPr lang="en-US" sz="1450" dirty="0"/>
          </a:p>
        </p:txBody>
      </p:sp>
      <p:sp>
        <p:nvSpPr>
          <p:cNvPr id="3" name="Text 1"/>
          <p:cNvSpPr/>
          <p:nvPr/>
        </p:nvSpPr>
        <p:spPr>
          <a:xfrm>
            <a:off x="609585" y="944834"/>
            <a:ext cx="6095848" cy="987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spc="-18" kern="100" dirty="0">
                <a:solidFill>
                  <a:srgbClr val="F7F2E8"/>
                </a:solidFill>
                <a:latin typeface="Gantari Bold" pitchFamily="34" charset="0"/>
                <a:ea typeface="Gantari Bold" pitchFamily="34" charset="-122"/>
                <a:cs typeface="Gantari Bold" pitchFamily="34" charset="0"/>
              </a:rPr>
              <a:t>Q1 2026 grew test volume — now prove what drove it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09585" y="3998516"/>
            <a:ext cx="6095848" cy="1327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79000"/>
              </a:lnSpc>
              <a:buNone/>
            </a:pPr>
            <a:r>
              <a:rPr lang="en-US" sz="11000" b="1" spc="-220" kern="100" dirty="0">
                <a:solidFill>
                  <a:srgbClr val="F0609E"/>
                </a:solidFill>
                <a:latin typeface="Gantari Bold" pitchFamily="34" charset="0"/>
                <a:ea typeface="Gantari Bold" pitchFamily="34" charset="-122"/>
                <a:cs typeface="Gantari Bold" pitchFamily="34" charset="0"/>
              </a:rPr>
              <a:t>+10.26%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09585" y="5387578"/>
            <a:ext cx="6705432" cy="360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7F2E8"/>
                </a:solidFill>
                <a:latin typeface="Mozilla Text" pitchFamily="34" charset="0"/>
                <a:ea typeface="Mozilla Text" pitchFamily="34" charset="-122"/>
                <a:cs typeface="Mozilla Text" pitchFamily="34" charset="0"/>
              </a:rPr>
              <a:t>year-over-year test volume growth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09585" y="5941913"/>
            <a:ext cx="6705432" cy="3064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C2C8D8"/>
                </a:solidFill>
                <a:latin typeface="Mozilla Text" pitchFamily="34" charset="0"/>
                <a:ea typeface="Mozilla Text" pitchFamily="34" charset="-122"/>
                <a:cs typeface="Mozilla Text" pitchFamily="34" charset="0"/>
              </a:rPr>
              <a:t>The signal is strong. The cause is still open.</a:t>
            </a:r>
            <a:endParaRPr lang="en-US" sz="17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2026-10-24T14:35:42Z</dcterms:created>
  <dcterms:modified xsi:type="dcterms:W3CDTF">2026-10-24T14:35:42Z</dcterms:modified>
</cp:coreProperties>
</file>